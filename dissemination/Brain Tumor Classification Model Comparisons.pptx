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1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918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4E3DC-5FBF-BC41-F628-CFF533ADAD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A78D83-079F-0D08-8A4B-3469FABCD6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BE94C-A941-E3BF-C36A-B0E0EAACA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700792-6AE5-E42A-AAF6-04FF13161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3854A-DB89-F10B-3633-EB61D380A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157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591C4-89B5-C698-CD51-FB59B99D5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AEBE6-AEA9-3E9C-C9FF-8FC2434C5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32C82-1429-28D3-D50D-B12664CE1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23F33-BF0D-5B86-29E7-20E9D8AA3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6B7575-8772-6351-0567-A89379EF6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241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5EA61-E978-18CD-89A3-0F8BF7419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75521-3AE6-7B98-02BB-7AB9B478CF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BAD7E-3B1C-E0C5-479C-DB39C01D2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1E162-DA7C-31BC-DE4D-49090A697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E4FB1-9A41-2EC9-0043-1FC82EA9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2000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9CFD-42B3-8AF1-DE6E-C2CB6733A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6F7FB-A14D-7E87-1520-6FD37F69A9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5DA5C-B31D-DDBE-36D8-6D468AC70C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ACD59-3457-0E9C-BF7F-52CA191AD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37BF80-BCB8-85CC-F17A-7E6CC2B9D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82B66-CCE3-1B08-DAA9-E999E0833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0D017-143B-1863-E5B7-844106248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25A219-2E65-C2A7-67F6-A5D1B2825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F932DC-0072-EA77-CB94-8C25F5130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1366B8-A566-618F-C76E-95084720B7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D9C89A-4651-7053-84AF-9D489DA35F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5C9102-AAE4-CC24-D5C1-195EFDA6F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911CF2-905E-AD31-9FC6-61CE56DA0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03ED04-31AF-CA42-2B49-45DEBE5D5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1502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73C2C-6939-571D-A163-8F67A6E5C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914517-68B6-8500-28DE-9AC8ECE6D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6B1585-C991-1EC1-0351-9CEF2D67A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EF2B9A-84F1-9FC1-AF97-5A92E00AB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9233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549B0E-322E-97CA-7B3E-245D2EEA0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37D9E0-CE86-5801-C530-ED230F6D6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207857-8148-599D-9BBF-27B5ED2A3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056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73F34-9C80-8A11-81C6-DBF083BCE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1B602-42B0-7148-0E2D-A1DAD8493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818E9B-4C2F-3DBC-DAD5-ACA44E939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6C58B-4EA8-FB90-9791-C99953388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0BCDDD-4F19-F899-0D83-40374258A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7277B-413A-F871-7DB6-62C0AB6A8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8781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673B4-7C01-AC45-C98F-3867696B9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3B7E5D-78B4-345F-1D89-F447268EB8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DEC87-5D06-05F6-72DF-D4998C2D48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A067E-8105-3067-7726-0676F444D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F869F1-D98E-9E82-75F0-C2ED4AA71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C413B-6899-EC75-2EEC-F3BB5A209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71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B6BE1-3E7C-0A5D-2F0C-5E0D4E544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80DE2-C644-3EF8-EC9F-C0C9FB2C3C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64E94-3912-EA27-F208-9650F8465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AD8BFC-A7BC-4EAD-E682-E7AEE8604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8F44B-D679-50C5-8E44-5CFBE5870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60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D13EFD-FC37-2748-C9B4-A87FC41D57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F668DC-833A-852C-DF74-6EB644722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A1E82-A328-34BF-16CA-5C4CDA65C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FE51B8-2D16-1502-19BF-51180712C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43C19-5E6F-2A30-97B2-4843E3F2A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1169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02C06-7AAE-4CDD-539A-BEF5CB65A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7F10E-4C9F-6967-7024-0D231B1675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D1E85-8318-B28A-8EC8-C8E4497199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725620-1185-4627-BCBE-4E695665A1FA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3B5AE2-B86F-6FC0-0AFA-6F70FB89C2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1F2543-F715-CEDB-3C6B-254A44249E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837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3FAAA6-48CE-D62F-AC73-97CA1C70B3C9}"/>
              </a:ext>
            </a:extLst>
          </p:cNvPr>
          <p:cNvSpPr txBox="1"/>
          <p:nvPr/>
        </p:nvSpPr>
        <p:spPr>
          <a:xfrm>
            <a:off x="67733" y="93133"/>
            <a:ext cx="10837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E4E3A5-41F6-0AE4-6F7A-29A778759D8F}"/>
              </a:ext>
            </a:extLst>
          </p:cNvPr>
          <p:cNvSpPr txBox="1"/>
          <p:nvPr/>
        </p:nvSpPr>
        <p:spPr>
          <a:xfrm>
            <a:off x="203199" y="943002"/>
            <a:ext cx="7484534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The two main factors investigated</a:t>
            </a: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Effect of epoch size (ES)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Effect of learning rate (LR)</a:t>
            </a: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Misc features:</a:t>
            </a:r>
          </a:p>
          <a:p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Model structure is kept the same for all models.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Data is put through data augmentation to make the model better at coping with image variance.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Batch size is fixed at 32.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No callbacks are implemented: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No early-stopping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No ‘</a:t>
            </a:r>
            <a:r>
              <a:rPr lang="en-GB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ReduceLROnPlateau</a:t>
            </a: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Validation sets are used for basic model evaluation </a:t>
            </a:r>
            <a:r>
              <a:rPr lang="en-GB" sz="1400" i="1" u="sng" dirty="0">
                <a:latin typeface="Arial" panose="020B0604020202020204" pitchFamily="34" charset="0"/>
                <a:cs typeface="Arial" panose="020B0604020202020204" pitchFamily="34" charset="0"/>
              </a:rPr>
              <a:t>during</a:t>
            </a: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 training</a:t>
            </a:r>
          </a:p>
        </p:txBody>
      </p:sp>
    </p:spTree>
    <p:extLst>
      <p:ext uri="{BB962C8B-B14F-4D97-AF65-F5344CB8AC3E}">
        <p14:creationId xmlns:p14="http://schemas.microsoft.com/office/powerpoint/2010/main" val="4174201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55780-FA14-5E8A-26AE-A586D9A66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4195DD-B38E-2671-5268-626BD249CDD1}"/>
              </a:ext>
            </a:extLst>
          </p:cNvPr>
          <p:cNvSpPr txBox="1"/>
          <p:nvPr/>
        </p:nvSpPr>
        <p:spPr>
          <a:xfrm>
            <a:off x="67733" y="93133"/>
            <a:ext cx="10837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B70487-AE70-6268-2ED5-E3EBDE2C5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641" y="668867"/>
            <a:ext cx="6845090" cy="585893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991EC7D-64D6-FE94-F018-CB7E7DEB2318}"/>
              </a:ext>
            </a:extLst>
          </p:cNvPr>
          <p:cNvCxnSpPr>
            <a:cxnSpLocks/>
          </p:cNvCxnSpPr>
          <p:nvPr/>
        </p:nvCxnSpPr>
        <p:spPr>
          <a:xfrm flipV="1">
            <a:off x="2363836" y="6159928"/>
            <a:ext cx="414866" cy="203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55F266-2C68-FB47-302D-6AF0E1FE9966}"/>
              </a:ext>
            </a:extLst>
          </p:cNvPr>
          <p:cNvSpPr txBox="1"/>
          <p:nvPr/>
        </p:nvSpPr>
        <p:spPr>
          <a:xfrm>
            <a:off x="-76200" y="6363128"/>
            <a:ext cx="25569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rgbClr val="FF0000"/>
                </a:solidFill>
              </a:rPr>
              <a:t>Learning rate = 1x10</a:t>
            </a:r>
            <a:r>
              <a:rPr lang="en-GB" sz="1400" baseline="30000" dirty="0">
                <a:solidFill>
                  <a:srgbClr val="FF0000"/>
                </a:solidFill>
              </a:rPr>
              <a:t>-4</a:t>
            </a:r>
            <a:r>
              <a:rPr lang="en-GB" sz="1400" dirty="0">
                <a:solidFill>
                  <a:srgbClr val="FF0000"/>
                </a:solidFill>
              </a:rPr>
              <a:t> or 1x10</a:t>
            </a:r>
            <a:r>
              <a:rPr lang="en-GB" sz="1400" baseline="30000" dirty="0">
                <a:solidFill>
                  <a:srgbClr val="FF0000"/>
                </a:solidFill>
              </a:rPr>
              <a:t>-5</a:t>
            </a:r>
          </a:p>
        </p:txBody>
      </p:sp>
    </p:spTree>
    <p:extLst>
      <p:ext uri="{BB962C8B-B14F-4D97-AF65-F5344CB8AC3E}">
        <p14:creationId xmlns:p14="http://schemas.microsoft.com/office/powerpoint/2010/main" val="61048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0095D-0009-5471-122C-C084333CD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6D5690B-A554-3971-4A6B-FA754A2B8603}"/>
              </a:ext>
            </a:extLst>
          </p:cNvPr>
          <p:cNvSpPr txBox="1"/>
          <p:nvPr/>
        </p:nvSpPr>
        <p:spPr>
          <a:xfrm>
            <a:off x="67733" y="93133"/>
            <a:ext cx="108373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10, 30, 45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72EE57-364C-4DD9-30E1-AF6759119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" t="4197" r="495" b="10988"/>
          <a:stretch>
            <a:fillRect/>
          </a:stretch>
        </p:blipFill>
        <p:spPr>
          <a:xfrm>
            <a:off x="31796" y="801019"/>
            <a:ext cx="12128407" cy="5884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59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2CA0C-51BC-A211-4ADC-3A9F04F4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0FF037-F4AE-356D-BE32-3ABD8DE35F44}"/>
              </a:ext>
            </a:extLst>
          </p:cNvPr>
          <p:cNvSpPr txBox="1"/>
          <p:nvPr/>
        </p:nvSpPr>
        <p:spPr>
          <a:xfrm>
            <a:off x="67733" y="93133"/>
            <a:ext cx="108373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45, 60, 100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1C5D65-E7BA-AC80-B843-1719D82A78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50" b="9601"/>
          <a:stretch>
            <a:fillRect/>
          </a:stretch>
        </p:blipFill>
        <p:spPr>
          <a:xfrm>
            <a:off x="0" y="990601"/>
            <a:ext cx="12192000" cy="551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437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20CFD-ACC2-B808-E832-A2E559020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7CBDBE-2144-AFF1-5A4A-8BE2B2F4D48B}"/>
              </a:ext>
            </a:extLst>
          </p:cNvPr>
          <p:cNvSpPr txBox="1"/>
          <p:nvPr/>
        </p:nvSpPr>
        <p:spPr>
          <a:xfrm>
            <a:off x="67733" y="93133"/>
            <a:ext cx="108373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10, 30, 45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6DE528-BFF4-EA94-1544-66914251C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29" b="9300"/>
          <a:stretch>
            <a:fillRect/>
          </a:stretch>
        </p:blipFill>
        <p:spPr>
          <a:xfrm>
            <a:off x="0" y="880533"/>
            <a:ext cx="12192000" cy="5342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419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FB2A-C36E-DB7B-0391-961EB8358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A5DB38-B193-1451-2722-6F42D941AB9C}"/>
              </a:ext>
            </a:extLst>
          </p:cNvPr>
          <p:cNvSpPr txBox="1"/>
          <p:nvPr/>
        </p:nvSpPr>
        <p:spPr>
          <a:xfrm>
            <a:off x="67733" y="93133"/>
            <a:ext cx="108373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45, 60, 100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5C3D55-9F8B-7A4E-E587-5D1FE6DE33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33" b="8545"/>
          <a:stretch>
            <a:fillRect/>
          </a:stretch>
        </p:blipFill>
        <p:spPr>
          <a:xfrm>
            <a:off x="0" y="948267"/>
            <a:ext cx="12124267" cy="524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727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9263D-F227-54E6-E8C0-3DC44F2D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ADBEDB-CAA7-D691-21C1-D47CFA2E349E}"/>
              </a:ext>
            </a:extLst>
          </p:cNvPr>
          <p:cNvSpPr txBox="1"/>
          <p:nvPr/>
        </p:nvSpPr>
        <p:spPr>
          <a:xfrm>
            <a:off x="67733" y="93133"/>
            <a:ext cx="108373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23537-EAB5-AA0D-AD88-EB76D1FFD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" t="4153" r="410" b="10929"/>
          <a:stretch>
            <a:fillRect/>
          </a:stretch>
        </p:blipFill>
        <p:spPr>
          <a:xfrm>
            <a:off x="645133" y="869429"/>
            <a:ext cx="10766038" cy="568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108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8BD34-C457-2B1C-E41D-13B02EA29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3CB97F-243F-973C-EFFC-1E05D5B5B795}"/>
              </a:ext>
            </a:extLst>
          </p:cNvPr>
          <p:cNvSpPr txBox="1"/>
          <p:nvPr/>
        </p:nvSpPr>
        <p:spPr>
          <a:xfrm>
            <a:off x="67733" y="93133"/>
            <a:ext cx="108373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30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E8E134-F451-6C36-50E7-93560A2044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40" b="6607"/>
          <a:stretch>
            <a:fillRect/>
          </a:stretch>
        </p:blipFill>
        <p:spPr>
          <a:xfrm>
            <a:off x="67733" y="965911"/>
            <a:ext cx="11997180" cy="5479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25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D5B8-A4C8-FAFA-9519-637E305F6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E5289E-C7F9-B133-E35E-554DEFC73D3B}"/>
              </a:ext>
            </a:extLst>
          </p:cNvPr>
          <p:cNvSpPr txBox="1"/>
          <p:nvPr/>
        </p:nvSpPr>
        <p:spPr>
          <a:xfrm>
            <a:off x="67733" y="93133"/>
            <a:ext cx="108373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45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72258C-E114-8B88-400E-895F880DE4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4" b="9731"/>
          <a:stretch>
            <a:fillRect/>
          </a:stretch>
        </p:blipFill>
        <p:spPr>
          <a:xfrm>
            <a:off x="0" y="883465"/>
            <a:ext cx="12192000" cy="5396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275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50F9-F9C3-0A5D-E958-44ACABEA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31971AE-445F-28DE-AD47-F76A95D2D143}"/>
              </a:ext>
            </a:extLst>
          </p:cNvPr>
          <p:cNvSpPr txBox="1"/>
          <p:nvPr/>
        </p:nvSpPr>
        <p:spPr>
          <a:xfrm>
            <a:off x="67733" y="93133"/>
            <a:ext cx="108373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60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A70624-F346-A5AD-DFA6-B5A2C162B4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83" b="9433"/>
          <a:stretch>
            <a:fillRect/>
          </a:stretch>
        </p:blipFill>
        <p:spPr>
          <a:xfrm>
            <a:off x="0" y="801019"/>
            <a:ext cx="12192000" cy="560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273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FED84-236D-183B-D236-7530A49D7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8E78DE-2D39-CEF9-E837-CD6210A7F03E}"/>
              </a:ext>
            </a:extLst>
          </p:cNvPr>
          <p:cNvSpPr txBox="1"/>
          <p:nvPr/>
        </p:nvSpPr>
        <p:spPr>
          <a:xfrm>
            <a:off x="67733" y="93133"/>
            <a:ext cx="108373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3C5C8-CBAB-1974-2AD6-E7D055C326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96" b="9243"/>
          <a:stretch>
            <a:fillRect/>
          </a:stretch>
        </p:blipFill>
        <p:spPr>
          <a:xfrm>
            <a:off x="0" y="801019"/>
            <a:ext cx="12192000" cy="557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042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221</Words>
  <Application>Microsoft Office PowerPoint</Application>
  <PresentationFormat>Widescreen</PresentationFormat>
  <Paragraphs>44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Cameron Cochrane</dc:creator>
  <cp:lastModifiedBy>Cameron Cochrane</cp:lastModifiedBy>
  <cp:revision>6</cp:revision>
  <dcterms:created xsi:type="dcterms:W3CDTF">2026-03-19T12:06:02Z</dcterms:created>
  <dcterms:modified xsi:type="dcterms:W3CDTF">2026-03-19T13:45:34Z</dcterms:modified>
</cp:coreProperties>
</file>